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35DC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服务区智能化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46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公众服务类场景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E6F3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99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场景概述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6628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确定目的地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628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支持旅客通过语音或文字向服务区AI助手提问，智能解答：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6628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• 路况信息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6628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• 设施位置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6628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• 周边景点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6628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• 服务项目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005840"/>
            <a:ext cx="73152" cy="777240"/>
          </a:xfrm>
          <a:prstGeom prst="rect">
            <a:avLst/>
          </a:prstGeom>
          <a:solidFill>
            <a:srgbClr val="33BBFF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0972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46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语音交互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28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旅客可通过语音直接提问，AI智能识别并响应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92024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920240"/>
            <a:ext cx="73152" cy="777240"/>
          </a:xfrm>
          <a:prstGeom prst="rect">
            <a:avLst/>
          </a:prstGeom>
          <a:solidFill>
            <a:srgbClr val="3399FF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011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46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文字问答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286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28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支持文字输入，提供精准的信息查询服务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83464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834640"/>
            <a:ext cx="73152" cy="777240"/>
          </a:xfrm>
          <a:prstGeom prst="rect">
            <a:avLst/>
          </a:prstGeom>
          <a:solidFill>
            <a:srgbClr val="33AAFF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9260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46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智能导航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200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28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根据旅客需求，提供最优路线规划建议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74904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749040"/>
            <a:ext cx="73152" cy="777240"/>
          </a:xfrm>
          <a:prstGeom prst="rect">
            <a:avLst/>
          </a:prstGeom>
          <a:solidFill>
            <a:srgbClr val="3377FF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8404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46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实时响应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4114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28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7×24小时在线，即时解答旅客各类问题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35DC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服务区智能化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46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安全管理类场景：节假日大流量应急预测处理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33BB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输入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• 门架数据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• 天气数据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• 服务区当前流量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• 历史数据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2377440"/>
            <a:ext cx="640080" cy="731520"/>
          </a:xfrm>
          <a:prstGeom prst="rightArrow">
            <a:avLst/>
          </a:prstGeom>
          <a:solidFill>
            <a:srgbClr val="035DCF"/>
          </a:solidFill>
          <a:ln/>
        </p:spPr>
      </p:sp>
      <p:sp>
        <p:nvSpPr>
          <p:cNvPr id="8" name="Shape 6"/>
          <p:cNvSpPr/>
          <p:nvPr/>
        </p:nvSpPr>
        <p:spPr>
          <a:xfrm>
            <a:off x="3749040" y="109728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3399FF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过程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31920" y="1691640"/>
            <a:ext cx="2194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① 历史对比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根据节假日前15日流量对比分析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② 流量系数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门架数据判断流量得出系数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③ 天气系数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结合天气数据得出变化系数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④ 预测输出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综合预测服务区未来流量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640080" cy="731520"/>
          </a:xfrm>
          <a:prstGeom prst="rightArrow">
            <a:avLst/>
          </a:prstGeom>
          <a:solidFill>
            <a:srgbClr val="035DCF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0" y="1097280"/>
            <a:ext cx="1645920" cy="3474720"/>
          </a:xfrm>
          <a:prstGeom prst="roundRect">
            <a:avLst>
              <a:gd name="adj" fmla="val 5556"/>
            </a:avLst>
          </a:prstGeom>
          <a:solidFill>
            <a:srgbClr val="3377FF"/>
          </a:solidFill>
          <a:ln/>
        </p:spPr>
      </p:sp>
      <p:sp>
        <p:nvSpPr>
          <p:cNvPr id="13" name="Text 11"/>
          <p:cNvSpPr/>
          <p:nvPr/>
        </p:nvSpPr>
        <p:spPr>
          <a:xfrm>
            <a:off x="7269480" y="1280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输出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269480" y="1737360"/>
            <a:ext cx="1371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超警戒线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启动预案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动态弹窗提醒区长做好应急准备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28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预测准确率提升，应急响应时间缩短，保障节假日大流量期间服务区安全运营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35DC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服务区智能化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346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服务区满意度大模型能力场景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99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意见数据采集与分析（立竿见影）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2011680" cy="320040"/>
          </a:xfrm>
          <a:prstGeom prst="rect">
            <a:avLst/>
          </a:prstGeom>
          <a:solidFill>
            <a:srgbClr val="33BB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46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意见文本自动分类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28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+ 情感分析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123444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234440"/>
            <a:ext cx="2011680" cy="320040"/>
          </a:xfrm>
          <a:prstGeom prst="rect">
            <a:avLst/>
          </a:prstGeom>
          <a:solidFill>
            <a:srgbClr val="33AAFF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280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46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负面评价根因提炼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20574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28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精准定位问题源头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23444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234440"/>
            <a:ext cx="2011680" cy="320040"/>
          </a:xfrm>
          <a:prstGeom prst="rect">
            <a:avLst/>
          </a:prstGeom>
          <a:solidFill>
            <a:srgbClr val="3399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280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46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满意度对比报告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0574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28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自动生成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123444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1234440"/>
            <a:ext cx="2011680" cy="320040"/>
          </a:xfrm>
          <a:prstGeom prst="rect">
            <a:avLst/>
          </a:prstGeom>
          <a:solidFill>
            <a:srgbClr val="3388FF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1280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46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问题优先级排序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03720" y="20574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28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智能建议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463040" y="315468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463040" y="3154680"/>
            <a:ext cx="2011680" cy="320040"/>
          </a:xfrm>
          <a:prstGeom prst="rect">
            <a:avLst/>
          </a:prstGeom>
          <a:solidFill>
            <a:srgbClr val="3377FF"/>
          </a:solidFill>
          <a:ln/>
        </p:spPr>
      </p:sp>
      <p:sp>
        <p:nvSpPr>
          <p:cNvPr id="27" name="Text 25"/>
          <p:cNvSpPr/>
          <p:nvPr/>
        </p:nvSpPr>
        <p:spPr>
          <a:xfrm>
            <a:off x="1554480" y="32004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5448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46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整改方案框架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554480" y="39776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28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自动生成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11880" y="315468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11880" y="3154680"/>
            <a:ext cx="2011680" cy="320040"/>
          </a:xfrm>
          <a:prstGeom prst="rect">
            <a:avLst/>
          </a:prstGeom>
          <a:solidFill>
            <a:srgbClr val="3366FF"/>
          </a:solidFill>
          <a:ln/>
        </p:spPr>
      </p:sp>
      <p:sp>
        <p:nvSpPr>
          <p:cNvPr id="32" name="Text 30"/>
          <p:cNvSpPr/>
          <p:nvPr/>
        </p:nvSpPr>
        <p:spPr>
          <a:xfrm>
            <a:off x="3703320" y="32004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70332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46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员工培训内容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703320" y="39776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28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智能设计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60720" y="315468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760720" y="3154680"/>
            <a:ext cx="2011680" cy="320040"/>
          </a:xfrm>
          <a:prstGeom prst="rect">
            <a:avLst/>
          </a:prstGeom>
          <a:solidFill>
            <a:srgbClr val="3355FF"/>
          </a:solidFill>
          <a:ln/>
        </p:spPr>
      </p:sp>
      <p:sp>
        <p:nvSpPr>
          <p:cNvPr id="37" name="Text 35"/>
          <p:cNvSpPr/>
          <p:nvPr/>
        </p:nvSpPr>
        <p:spPr>
          <a:xfrm>
            <a:off x="5852160" y="32004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85216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46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月度简报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852160" y="39776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28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自动生成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服务区智能化场景</dc:title>
  <dc:subject>PptxGenJS Presentation</dc:subject>
  <dc:creator>Moss</dc:creator>
  <cp:lastModifiedBy>Moss</cp:lastModifiedBy>
  <cp:revision>1</cp:revision>
  <dcterms:created xsi:type="dcterms:W3CDTF">2026-04-20T12:55:34Z</dcterms:created>
  <dcterms:modified xsi:type="dcterms:W3CDTF">2026-04-20T12:55:34Z</dcterms:modified>
</cp:coreProperties>
</file>